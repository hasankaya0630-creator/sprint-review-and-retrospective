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50A30-3C7C-4A10-B2B8-73E64A3D6CE9}" v="19" dt="2026-06-21T21:46:30.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60" d="100"/>
          <a:sy n="60" d="100"/>
        </p:scale>
        <p:origin x="11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gar Babayeva" userId="cadc875285362e77" providerId="LiveId" clId="{7AC06D85-8071-4302-B395-614FA4792A4D}"/>
    <pc:docChg chg="undo custSel addSld modSld modMainMaster">
      <pc:chgData name="Nigar Babayeva" userId="cadc875285362e77" providerId="LiveId" clId="{7AC06D85-8071-4302-B395-614FA4792A4D}" dt="2026-06-21T21:46:30.812" v="51"/>
      <pc:docMkLst>
        <pc:docMk/>
      </pc:docMkLst>
      <pc:sldChg chg="addSp delSp modSp mod modTransition setBg setClrOvrMap">
        <pc:chgData name="Nigar Babayeva" userId="cadc875285362e77" providerId="LiveId" clId="{7AC06D85-8071-4302-B395-614FA4792A4D}" dt="2026-06-21T21:46:30.812" v="51"/>
        <pc:sldMkLst>
          <pc:docMk/>
          <pc:sldMk cId="3616803141" sldId="256"/>
        </pc:sldMkLst>
        <pc:spChg chg="mod">
          <ac:chgData name="Nigar Babayeva" userId="cadc875285362e77" providerId="LiveId" clId="{7AC06D85-8071-4302-B395-614FA4792A4D}" dt="2026-06-21T21:43:54.198" v="40" actId="2711"/>
          <ac:spMkLst>
            <pc:docMk/>
            <pc:sldMk cId="3616803141" sldId="256"/>
            <ac:spMk id="2" creationId="{99CD701D-D0BA-09B6-7191-8C59EB86DF1E}"/>
          </ac:spMkLst>
        </pc:spChg>
        <pc:spChg chg="mod">
          <ac:chgData name="Nigar Babayeva" userId="cadc875285362e77" providerId="LiveId" clId="{7AC06D85-8071-4302-B395-614FA4792A4D}" dt="2026-06-21T19:27:25.709" v="23" actId="26606"/>
          <ac:spMkLst>
            <pc:docMk/>
            <pc:sldMk cId="3616803141" sldId="256"/>
            <ac:spMk id="3" creationId="{A6A82EB3-A078-E280-DBF0-F984FAB3FEEF}"/>
          </ac:spMkLst>
        </pc:spChg>
        <pc:spChg chg="add del">
          <ac:chgData name="Nigar Babayeva" userId="cadc875285362e77" providerId="LiveId" clId="{7AC06D85-8071-4302-B395-614FA4792A4D}" dt="2026-06-21T19:26:07.106" v="10" actId="26606"/>
          <ac:spMkLst>
            <pc:docMk/>
            <pc:sldMk cId="3616803141" sldId="256"/>
            <ac:spMk id="10" creationId="{C6A81905-F480-46A4-BC10-215D24EA1AE6}"/>
          </ac:spMkLst>
        </pc:spChg>
        <pc:spChg chg="add del">
          <ac:chgData name="Nigar Babayeva" userId="cadc875285362e77" providerId="LiveId" clId="{7AC06D85-8071-4302-B395-614FA4792A4D}" dt="2026-06-21T19:27:25.705" v="22" actId="26606"/>
          <ac:spMkLst>
            <pc:docMk/>
            <pc:sldMk cId="3616803141" sldId="256"/>
            <ac:spMk id="11" creationId="{C72330AA-E11E-458E-8798-12C7F77383B8}"/>
          </ac:spMkLst>
        </pc:spChg>
        <pc:spChg chg="add del">
          <ac:chgData name="Nigar Babayeva" userId="cadc875285362e77" providerId="LiveId" clId="{7AC06D85-8071-4302-B395-614FA4792A4D}" dt="2026-06-21T19:26:07.106" v="10" actId="26606"/>
          <ac:spMkLst>
            <pc:docMk/>
            <pc:sldMk cId="3616803141" sldId="256"/>
            <ac:spMk id="12" creationId="{36FD4D9D-3784-41E8-8405-A42B72F51331}"/>
          </ac:spMkLst>
        </pc:spChg>
        <pc:spChg chg="add del">
          <ac:chgData name="Nigar Babayeva" userId="cadc875285362e77" providerId="LiveId" clId="{7AC06D85-8071-4302-B395-614FA4792A4D}" dt="2026-06-21T19:27:25.705" v="22" actId="26606"/>
          <ac:spMkLst>
            <pc:docMk/>
            <pc:sldMk cId="3616803141" sldId="256"/>
            <ac:spMk id="13" creationId="{A6BDC1B0-0C91-4230-BFEB-9C8ED19B9A3A}"/>
          </ac:spMkLst>
        </pc:spChg>
        <pc:spChg chg="add del">
          <ac:chgData name="Nigar Babayeva" userId="cadc875285362e77" providerId="LiveId" clId="{7AC06D85-8071-4302-B395-614FA4792A4D}" dt="2026-06-21T19:26:07.106" v="10" actId="26606"/>
          <ac:spMkLst>
            <pc:docMk/>
            <pc:sldMk cId="3616803141" sldId="256"/>
            <ac:spMk id="14" creationId="{09811DF6-66E4-43D5-B564-3151796531ED}"/>
          </ac:spMkLst>
        </pc:spChg>
        <pc:spChg chg="add del">
          <ac:chgData name="Nigar Babayeva" userId="cadc875285362e77" providerId="LiveId" clId="{7AC06D85-8071-4302-B395-614FA4792A4D}" dt="2026-06-21T19:27:25.705" v="22" actId="26606"/>
          <ac:spMkLst>
            <pc:docMk/>
            <pc:sldMk cId="3616803141" sldId="256"/>
            <ac:spMk id="15" creationId="{68E0A26E-4EA8-4E6C-97A2-7B6C1C13F8CF}"/>
          </ac:spMkLst>
        </pc:spChg>
        <pc:spChg chg="add del">
          <ac:chgData name="Nigar Babayeva" userId="cadc875285362e77" providerId="LiveId" clId="{7AC06D85-8071-4302-B395-614FA4792A4D}" dt="2026-06-21T19:26:07.106" v="10" actId="26606"/>
          <ac:spMkLst>
            <pc:docMk/>
            <pc:sldMk cId="3616803141" sldId="256"/>
            <ac:spMk id="16" creationId="{60817A52-B891-4228-A61E-0C0A57632DDA}"/>
          </ac:spMkLst>
        </pc:spChg>
        <pc:spChg chg="add del">
          <ac:chgData name="Nigar Babayeva" userId="cadc875285362e77" providerId="LiveId" clId="{7AC06D85-8071-4302-B395-614FA4792A4D}" dt="2026-06-21T19:27:25.705" v="22" actId="26606"/>
          <ac:spMkLst>
            <pc:docMk/>
            <pc:sldMk cId="3616803141" sldId="256"/>
            <ac:spMk id="20" creationId="{C1841CC0-B7A9-4828-B82F-9C6B433BDCAE}"/>
          </ac:spMkLst>
        </pc:spChg>
        <pc:spChg chg="add del">
          <ac:chgData name="Nigar Babayeva" userId="cadc875285362e77" providerId="LiveId" clId="{7AC06D85-8071-4302-B395-614FA4792A4D}" dt="2026-06-21T19:26:11.361" v="12" actId="26606"/>
          <ac:spMkLst>
            <pc:docMk/>
            <pc:sldMk cId="3616803141" sldId="256"/>
            <ac:spMk id="24" creationId="{C72330AA-E11E-458E-8798-12C7F77383B8}"/>
          </ac:spMkLst>
        </pc:spChg>
        <pc:spChg chg="add del">
          <ac:chgData name="Nigar Babayeva" userId="cadc875285362e77" providerId="LiveId" clId="{7AC06D85-8071-4302-B395-614FA4792A4D}" dt="2026-06-21T19:26:11.361" v="12" actId="26606"/>
          <ac:spMkLst>
            <pc:docMk/>
            <pc:sldMk cId="3616803141" sldId="256"/>
            <ac:spMk id="25" creationId="{A6BDC1B0-0C91-4230-BFEB-9C8ED19B9A3A}"/>
          </ac:spMkLst>
        </pc:spChg>
        <pc:spChg chg="add del">
          <ac:chgData name="Nigar Babayeva" userId="cadc875285362e77" providerId="LiveId" clId="{7AC06D85-8071-4302-B395-614FA4792A4D}" dt="2026-06-21T19:26:11.361" v="12" actId="26606"/>
          <ac:spMkLst>
            <pc:docMk/>
            <pc:sldMk cId="3616803141" sldId="256"/>
            <ac:spMk id="26" creationId="{68E0A26E-4EA8-4E6C-97A2-7B6C1C13F8CF}"/>
          </ac:spMkLst>
        </pc:spChg>
        <pc:spChg chg="add del">
          <ac:chgData name="Nigar Babayeva" userId="cadc875285362e77" providerId="LiveId" clId="{7AC06D85-8071-4302-B395-614FA4792A4D}" dt="2026-06-21T19:26:11.361" v="12" actId="26606"/>
          <ac:spMkLst>
            <pc:docMk/>
            <pc:sldMk cId="3616803141" sldId="256"/>
            <ac:spMk id="27" creationId="{C1841CC0-B7A9-4828-B82F-9C6B433BDCAE}"/>
          </ac:spMkLst>
        </pc:spChg>
        <pc:spChg chg="add del">
          <ac:chgData name="Nigar Babayeva" userId="cadc875285362e77" providerId="LiveId" clId="{7AC06D85-8071-4302-B395-614FA4792A4D}" dt="2026-06-21T19:26:14.203" v="14" actId="26606"/>
          <ac:spMkLst>
            <pc:docMk/>
            <pc:sldMk cId="3616803141" sldId="256"/>
            <ac:spMk id="29" creationId="{305B739D-6ED9-4AB6-A7D0-608448D4A810}"/>
          </ac:spMkLst>
        </pc:spChg>
        <pc:spChg chg="add del">
          <ac:chgData name="Nigar Babayeva" userId="cadc875285362e77" providerId="LiveId" clId="{7AC06D85-8071-4302-B395-614FA4792A4D}" dt="2026-06-21T19:26:14.203" v="14" actId="26606"/>
          <ac:spMkLst>
            <pc:docMk/>
            <pc:sldMk cId="3616803141" sldId="256"/>
            <ac:spMk id="30" creationId="{AE9B56B2-FFD5-4D2F-B7F8-739A69A390DC}"/>
          </ac:spMkLst>
        </pc:spChg>
        <pc:spChg chg="add del">
          <ac:chgData name="Nigar Babayeva" userId="cadc875285362e77" providerId="LiveId" clId="{7AC06D85-8071-4302-B395-614FA4792A4D}" dt="2026-06-21T19:26:14.203" v="14" actId="26606"/>
          <ac:spMkLst>
            <pc:docMk/>
            <pc:sldMk cId="3616803141" sldId="256"/>
            <ac:spMk id="31" creationId="{EB084963-2B46-4526-A244-0455929FE713}"/>
          </ac:spMkLst>
        </pc:spChg>
        <pc:spChg chg="add">
          <ac:chgData name="Nigar Babayeva" userId="cadc875285362e77" providerId="LiveId" clId="{7AC06D85-8071-4302-B395-614FA4792A4D}" dt="2026-06-21T19:27:25.709" v="23" actId="26606"/>
          <ac:spMkLst>
            <pc:docMk/>
            <pc:sldMk cId="3616803141" sldId="256"/>
            <ac:spMk id="32" creationId="{C6A81905-F480-46A4-BC10-215D24EA1AE6}"/>
          </ac:spMkLst>
        </pc:spChg>
        <pc:spChg chg="add del">
          <ac:chgData name="Nigar Babayeva" userId="cadc875285362e77" providerId="LiveId" clId="{7AC06D85-8071-4302-B395-614FA4792A4D}" dt="2026-06-21T19:26:25.352" v="16" actId="26606"/>
          <ac:spMkLst>
            <pc:docMk/>
            <pc:sldMk cId="3616803141" sldId="256"/>
            <ac:spMk id="33" creationId="{C72330AA-E11E-458E-8798-12C7F77383B8}"/>
          </ac:spMkLst>
        </pc:spChg>
        <pc:spChg chg="add del">
          <ac:chgData name="Nigar Babayeva" userId="cadc875285362e77" providerId="LiveId" clId="{7AC06D85-8071-4302-B395-614FA4792A4D}" dt="2026-06-21T19:26:25.352" v="16" actId="26606"/>
          <ac:spMkLst>
            <pc:docMk/>
            <pc:sldMk cId="3616803141" sldId="256"/>
            <ac:spMk id="34" creationId="{A6BDC1B0-0C91-4230-BFEB-9C8ED19B9A3A}"/>
          </ac:spMkLst>
        </pc:spChg>
        <pc:spChg chg="add del">
          <ac:chgData name="Nigar Babayeva" userId="cadc875285362e77" providerId="LiveId" clId="{7AC06D85-8071-4302-B395-614FA4792A4D}" dt="2026-06-21T19:26:25.352" v="16" actId="26606"/>
          <ac:spMkLst>
            <pc:docMk/>
            <pc:sldMk cId="3616803141" sldId="256"/>
            <ac:spMk id="35" creationId="{68E0A26E-4EA8-4E6C-97A2-7B6C1C13F8CF}"/>
          </ac:spMkLst>
        </pc:spChg>
        <pc:spChg chg="add del">
          <ac:chgData name="Nigar Babayeva" userId="cadc875285362e77" providerId="LiveId" clId="{7AC06D85-8071-4302-B395-614FA4792A4D}" dt="2026-06-21T19:26:25.352" v="16" actId="26606"/>
          <ac:spMkLst>
            <pc:docMk/>
            <pc:sldMk cId="3616803141" sldId="256"/>
            <ac:spMk id="36" creationId="{C1841CC0-B7A9-4828-B82F-9C6B433BDCAE}"/>
          </ac:spMkLst>
        </pc:spChg>
        <pc:spChg chg="add">
          <ac:chgData name="Nigar Babayeva" userId="cadc875285362e77" providerId="LiveId" clId="{7AC06D85-8071-4302-B395-614FA4792A4D}" dt="2026-06-21T19:27:25.709" v="23" actId="26606"/>
          <ac:spMkLst>
            <pc:docMk/>
            <pc:sldMk cId="3616803141" sldId="256"/>
            <ac:spMk id="38" creationId="{36FD4D9D-3784-41E8-8405-A42B72F51331}"/>
          </ac:spMkLst>
        </pc:spChg>
        <pc:spChg chg="add del">
          <ac:chgData name="Nigar Babayeva" userId="cadc875285362e77" providerId="LiveId" clId="{7AC06D85-8071-4302-B395-614FA4792A4D}" dt="2026-06-21T19:26:33.032" v="18" actId="26606"/>
          <ac:spMkLst>
            <pc:docMk/>
            <pc:sldMk cId="3616803141" sldId="256"/>
            <ac:spMk id="39" creationId="{C6A81905-F480-46A4-BC10-215D24EA1AE6}"/>
          </ac:spMkLst>
        </pc:spChg>
        <pc:spChg chg="add del">
          <ac:chgData name="Nigar Babayeva" userId="cadc875285362e77" providerId="LiveId" clId="{7AC06D85-8071-4302-B395-614FA4792A4D}" dt="2026-06-21T19:26:33.032" v="18" actId="26606"/>
          <ac:spMkLst>
            <pc:docMk/>
            <pc:sldMk cId="3616803141" sldId="256"/>
            <ac:spMk id="40" creationId="{36FD4D9D-3784-41E8-8405-A42B72F51331}"/>
          </ac:spMkLst>
        </pc:spChg>
        <pc:spChg chg="add del">
          <ac:chgData name="Nigar Babayeva" userId="cadc875285362e77" providerId="LiveId" clId="{7AC06D85-8071-4302-B395-614FA4792A4D}" dt="2026-06-21T19:26:33.032" v="18" actId="26606"/>
          <ac:spMkLst>
            <pc:docMk/>
            <pc:sldMk cId="3616803141" sldId="256"/>
            <ac:spMk id="41" creationId="{09811DF6-66E4-43D5-B564-3151796531ED}"/>
          </ac:spMkLst>
        </pc:spChg>
        <pc:spChg chg="add del">
          <ac:chgData name="Nigar Babayeva" userId="cadc875285362e77" providerId="LiveId" clId="{7AC06D85-8071-4302-B395-614FA4792A4D}" dt="2026-06-21T19:26:33.032" v="18" actId="26606"/>
          <ac:spMkLst>
            <pc:docMk/>
            <pc:sldMk cId="3616803141" sldId="256"/>
            <ac:spMk id="42" creationId="{60817A52-B891-4228-A61E-0C0A57632DDA}"/>
          </ac:spMkLst>
        </pc:spChg>
        <pc:spChg chg="add">
          <ac:chgData name="Nigar Babayeva" userId="cadc875285362e77" providerId="LiveId" clId="{7AC06D85-8071-4302-B395-614FA4792A4D}" dt="2026-06-21T19:27:25.709" v="23" actId="26606"/>
          <ac:spMkLst>
            <pc:docMk/>
            <pc:sldMk cId="3616803141" sldId="256"/>
            <ac:spMk id="43" creationId="{09811DF6-66E4-43D5-B564-3151796531ED}"/>
          </ac:spMkLst>
        </pc:spChg>
        <pc:spChg chg="add">
          <ac:chgData name="Nigar Babayeva" userId="cadc875285362e77" providerId="LiveId" clId="{7AC06D85-8071-4302-B395-614FA4792A4D}" dt="2026-06-21T19:27:25.709" v="23" actId="26606"/>
          <ac:spMkLst>
            <pc:docMk/>
            <pc:sldMk cId="3616803141" sldId="256"/>
            <ac:spMk id="44" creationId="{60817A52-B891-4228-A61E-0C0A57632DDA}"/>
          </ac:spMkLst>
        </pc:spChg>
        <pc:grpChg chg="add del">
          <ac:chgData name="Nigar Babayeva" userId="cadc875285362e77" providerId="LiveId" clId="{7AC06D85-8071-4302-B395-614FA4792A4D}" dt="2026-06-21T19:26:11.361" v="12" actId="26606"/>
          <ac:grpSpMkLst>
            <pc:docMk/>
            <pc:sldMk cId="3616803141" sldId="256"/>
            <ac:grpSpMk id="18" creationId="{08E05919-D800-40FD-A3BD-4B9CC4078E7A}"/>
          </ac:grpSpMkLst>
        </pc:grpChg>
        <pc:grpChg chg="add del">
          <ac:chgData name="Nigar Babayeva" userId="cadc875285362e77" providerId="LiveId" clId="{7AC06D85-8071-4302-B395-614FA4792A4D}" dt="2026-06-21T19:27:25.705" v="22" actId="26606"/>
          <ac:grpSpMkLst>
            <pc:docMk/>
            <pc:sldMk cId="3616803141" sldId="256"/>
            <ac:grpSpMk id="22" creationId="{08E05919-D800-40FD-A3BD-4B9CC4078E7A}"/>
          </ac:grpSpMkLst>
        </pc:grpChg>
        <pc:grpChg chg="add del">
          <ac:chgData name="Nigar Babayeva" userId="cadc875285362e77" providerId="LiveId" clId="{7AC06D85-8071-4302-B395-614FA4792A4D}" dt="2026-06-21T19:26:25.352" v="16" actId="26606"/>
          <ac:grpSpMkLst>
            <pc:docMk/>
            <pc:sldMk cId="3616803141" sldId="256"/>
            <ac:grpSpMk id="37" creationId="{08E05919-D800-40FD-A3BD-4B9CC4078E7A}"/>
          </ac:grpSpMkLst>
        </pc:grpChg>
        <pc:picChg chg="add mod">
          <ac:chgData name="Nigar Babayeva" userId="cadc875285362e77" providerId="LiveId" clId="{7AC06D85-8071-4302-B395-614FA4792A4D}" dt="2026-06-21T19:26:33.032" v="18" actId="26606"/>
          <ac:picMkLst>
            <pc:docMk/>
            <pc:sldMk cId="3616803141" sldId="256"/>
            <ac:picMk id="5" creationId="{6A67CA79-D87F-AB76-0A81-24BEB8680F5A}"/>
          </ac:picMkLst>
        </pc:picChg>
        <pc:picChg chg="add mod">
          <ac:chgData name="Nigar Babayeva" userId="cadc875285362e77" providerId="LiveId" clId="{7AC06D85-8071-4302-B395-614FA4792A4D}" dt="2026-06-21T19:27:01.171" v="19" actId="931"/>
          <ac:picMkLst>
            <pc:docMk/>
            <pc:sldMk cId="3616803141" sldId="256"/>
            <ac:picMk id="7" creationId="{71F75279-6090-2587-A58A-8EA61BB94C55}"/>
          </ac:picMkLst>
        </pc:picChg>
        <pc:picChg chg="add del mod">
          <ac:chgData name="Nigar Babayeva" userId="cadc875285362e77" providerId="LiveId" clId="{7AC06D85-8071-4302-B395-614FA4792A4D}" dt="2026-06-21T19:28:32.882" v="38" actId="207"/>
          <ac:picMkLst>
            <pc:docMk/>
            <pc:sldMk cId="3616803141" sldId="256"/>
            <ac:picMk id="9" creationId="{6B7CEE26-7E20-2028-9138-82BF424368B1}"/>
          </ac:picMkLst>
        </pc:picChg>
      </pc:sldChg>
      <pc:sldChg chg="modSp mod modTransition">
        <pc:chgData name="Nigar Babayeva" userId="cadc875285362e77" providerId="LiveId" clId="{7AC06D85-8071-4302-B395-614FA4792A4D}" dt="2026-06-21T21:46:30.812" v="51"/>
        <pc:sldMkLst>
          <pc:docMk/>
          <pc:sldMk cId="3164373172" sldId="257"/>
        </pc:sldMkLst>
        <pc:spChg chg="mod">
          <ac:chgData name="Nigar Babayeva" userId="cadc875285362e77" providerId="LiveId" clId="{7AC06D85-8071-4302-B395-614FA4792A4D}" dt="2026-06-21T19:23:58.022" v="3"/>
          <ac:spMkLst>
            <pc:docMk/>
            <pc:sldMk cId="3164373172" sldId="257"/>
            <ac:spMk id="2" creationId="{4E8A7DCF-2641-7531-615A-58BA4D0D9F12}"/>
          </ac:spMkLst>
        </pc:spChg>
        <pc:spChg chg="mod">
          <ac:chgData name="Nigar Babayeva" userId="cadc875285362e77" providerId="LiveId" clId="{7AC06D85-8071-4302-B395-614FA4792A4D}" dt="2026-06-21T19:23:58.213" v="5" actId="27636"/>
          <ac:spMkLst>
            <pc:docMk/>
            <pc:sldMk cId="3164373172" sldId="257"/>
            <ac:spMk id="3" creationId="{FC0E03E6-E521-FDC9-9EE9-ED48DCADC2D4}"/>
          </ac:spMkLst>
        </pc:spChg>
      </pc:sldChg>
      <pc:sldChg chg="modSp mod modTransition">
        <pc:chgData name="Nigar Babayeva" userId="cadc875285362e77" providerId="LiveId" clId="{7AC06D85-8071-4302-B395-614FA4792A4D}" dt="2026-06-21T21:46:30.812" v="51"/>
        <pc:sldMkLst>
          <pc:docMk/>
          <pc:sldMk cId="3965415813" sldId="258"/>
        </pc:sldMkLst>
        <pc:spChg chg="mod">
          <ac:chgData name="Nigar Babayeva" userId="cadc875285362e77" providerId="LiveId" clId="{7AC06D85-8071-4302-B395-614FA4792A4D}" dt="2026-06-21T19:23:58.022" v="3"/>
          <ac:spMkLst>
            <pc:docMk/>
            <pc:sldMk cId="3965415813" sldId="258"/>
            <ac:spMk id="2" creationId="{80129F45-D878-C033-971B-0614828963D6}"/>
          </ac:spMkLst>
        </pc:spChg>
        <pc:spChg chg="mod">
          <ac:chgData name="Nigar Babayeva" userId="cadc875285362e77" providerId="LiveId" clId="{7AC06D85-8071-4302-B395-614FA4792A4D}" dt="2026-06-21T19:23:58.227" v="6" actId="27636"/>
          <ac:spMkLst>
            <pc:docMk/>
            <pc:sldMk cId="3965415813" sldId="258"/>
            <ac:spMk id="3" creationId="{A1511218-A6C1-E3DF-CA83-70A280B7F4EE}"/>
          </ac:spMkLst>
        </pc:spChg>
      </pc:sldChg>
      <pc:sldChg chg="modSp modTransition">
        <pc:chgData name="Nigar Babayeva" userId="cadc875285362e77" providerId="LiveId" clId="{7AC06D85-8071-4302-B395-614FA4792A4D}" dt="2026-06-21T21:46:30.812" v="51"/>
        <pc:sldMkLst>
          <pc:docMk/>
          <pc:sldMk cId="1481530192" sldId="259"/>
        </pc:sldMkLst>
        <pc:spChg chg="mod">
          <ac:chgData name="Nigar Babayeva" userId="cadc875285362e77" providerId="LiveId" clId="{7AC06D85-8071-4302-B395-614FA4792A4D}" dt="2026-06-21T19:23:58.022" v="3"/>
          <ac:spMkLst>
            <pc:docMk/>
            <pc:sldMk cId="1481530192" sldId="259"/>
            <ac:spMk id="2" creationId="{9B58FBE7-CB8F-16EF-A2E1-F89679EF674E}"/>
          </ac:spMkLst>
        </pc:spChg>
        <pc:spChg chg="mod">
          <ac:chgData name="Nigar Babayeva" userId="cadc875285362e77" providerId="LiveId" clId="{7AC06D85-8071-4302-B395-614FA4792A4D}" dt="2026-06-21T19:23:58.022" v="3"/>
          <ac:spMkLst>
            <pc:docMk/>
            <pc:sldMk cId="1481530192" sldId="259"/>
            <ac:spMk id="3" creationId="{B511EFEB-7EC8-4F0D-D6D9-E3AAC5D8A75C}"/>
          </ac:spMkLst>
        </pc:spChg>
      </pc:sldChg>
      <pc:sldChg chg="modSp modTransition">
        <pc:chgData name="Nigar Babayeva" userId="cadc875285362e77" providerId="LiveId" clId="{7AC06D85-8071-4302-B395-614FA4792A4D}" dt="2026-06-21T21:46:30.812" v="51"/>
        <pc:sldMkLst>
          <pc:docMk/>
          <pc:sldMk cId="2237205845" sldId="260"/>
        </pc:sldMkLst>
        <pc:spChg chg="mod">
          <ac:chgData name="Nigar Babayeva" userId="cadc875285362e77" providerId="LiveId" clId="{7AC06D85-8071-4302-B395-614FA4792A4D}" dt="2026-06-21T19:23:58.022" v="3"/>
          <ac:spMkLst>
            <pc:docMk/>
            <pc:sldMk cId="2237205845" sldId="260"/>
            <ac:spMk id="2" creationId="{DF6543EE-A3E3-BCD6-AFF0-C0869B30438D}"/>
          </ac:spMkLst>
        </pc:spChg>
        <pc:spChg chg="mod">
          <ac:chgData name="Nigar Babayeva" userId="cadc875285362e77" providerId="LiveId" clId="{7AC06D85-8071-4302-B395-614FA4792A4D}" dt="2026-06-21T19:23:58.022" v="3"/>
          <ac:spMkLst>
            <pc:docMk/>
            <pc:sldMk cId="2237205845" sldId="260"/>
            <ac:spMk id="3" creationId="{63129A4D-7B2C-C937-C9F6-E10CBBFC7A80}"/>
          </ac:spMkLst>
        </pc:spChg>
        <pc:spChg chg="mod">
          <ac:chgData name="Nigar Babayeva" userId="cadc875285362e77" providerId="LiveId" clId="{7AC06D85-8071-4302-B395-614FA4792A4D}" dt="2026-06-21T19:23:58.022" v="3"/>
          <ac:spMkLst>
            <pc:docMk/>
            <pc:sldMk cId="2237205845" sldId="260"/>
            <ac:spMk id="4" creationId="{6A98E723-21E0-DA64-B759-FC6B32AE3005}"/>
          </ac:spMkLst>
        </pc:spChg>
        <pc:spChg chg="mod">
          <ac:chgData name="Nigar Babayeva" userId="cadc875285362e77" providerId="LiveId" clId="{7AC06D85-8071-4302-B395-614FA4792A4D}" dt="2026-06-21T19:23:58.022" v="3"/>
          <ac:spMkLst>
            <pc:docMk/>
            <pc:sldMk cId="2237205845" sldId="260"/>
            <ac:spMk id="5" creationId="{4A85FFDD-A249-FC16-E67B-802E83E4FB14}"/>
          </ac:spMkLst>
        </pc:spChg>
        <pc:spChg chg="mod">
          <ac:chgData name="Nigar Babayeva" userId="cadc875285362e77" providerId="LiveId" clId="{7AC06D85-8071-4302-B395-614FA4792A4D}" dt="2026-06-21T19:23:58.022" v="3"/>
          <ac:spMkLst>
            <pc:docMk/>
            <pc:sldMk cId="2237205845" sldId="260"/>
            <ac:spMk id="6" creationId="{6E66BE88-A78B-F008-CF40-28ED9AD13179}"/>
          </ac:spMkLst>
        </pc:spChg>
      </pc:sldChg>
      <pc:sldChg chg="modSp modTransition">
        <pc:chgData name="Nigar Babayeva" userId="cadc875285362e77" providerId="LiveId" clId="{7AC06D85-8071-4302-B395-614FA4792A4D}" dt="2026-06-21T21:46:30.812" v="51"/>
        <pc:sldMkLst>
          <pc:docMk/>
          <pc:sldMk cId="4189322492" sldId="261"/>
        </pc:sldMkLst>
        <pc:spChg chg="mod">
          <ac:chgData name="Nigar Babayeva" userId="cadc875285362e77" providerId="LiveId" clId="{7AC06D85-8071-4302-B395-614FA4792A4D}" dt="2026-06-21T19:23:58.022" v="3"/>
          <ac:spMkLst>
            <pc:docMk/>
            <pc:sldMk cId="4189322492" sldId="261"/>
            <ac:spMk id="2" creationId="{CFEFBF6C-5603-176F-F6C1-000D116207E8}"/>
          </ac:spMkLst>
        </pc:spChg>
        <pc:spChg chg="mod">
          <ac:chgData name="Nigar Babayeva" userId="cadc875285362e77" providerId="LiveId" clId="{7AC06D85-8071-4302-B395-614FA4792A4D}" dt="2026-06-21T19:23:58.022" v="3"/>
          <ac:spMkLst>
            <pc:docMk/>
            <pc:sldMk cId="4189322492" sldId="261"/>
            <ac:spMk id="3" creationId="{FAE47580-E787-9176-4C3F-639D35964C4B}"/>
          </ac:spMkLst>
        </pc:spChg>
      </pc:sldChg>
      <pc:sldChg chg="modSp mod modTransition">
        <pc:chgData name="Nigar Babayeva" userId="cadc875285362e77" providerId="LiveId" clId="{7AC06D85-8071-4302-B395-614FA4792A4D}" dt="2026-06-21T21:46:30.812" v="51"/>
        <pc:sldMkLst>
          <pc:docMk/>
          <pc:sldMk cId="3759471784" sldId="262"/>
        </pc:sldMkLst>
        <pc:spChg chg="mod">
          <ac:chgData name="Nigar Babayeva" userId="cadc875285362e77" providerId="LiveId" clId="{7AC06D85-8071-4302-B395-614FA4792A4D}" dt="2026-06-21T19:23:58.022" v="3"/>
          <ac:spMkLst>
            <pc:docMk/>
            <pc:sldMk cId="3759471784" sldId="262"/>
            <ac:spMk id="2" creationId="{07EBB31A-86FC-3357-5F3F-7843CA5096EA}"/>
          </ac:spMkLst>
        </pc:spChg>
        <pc:spChg chg="mod">
          <ac:chgData name="Nigar Babayeva" userId="cadc875285362e77" providerId="LiveId" clId="{7AC06D85-8071-4302-B395-614FA4792A4D}" dt="2026-06-21T19:23:58.252" v="7" actId="27636"/>
          <ac:spMkLst>
            <pc:docMk/>
            <pc:sldMk cId="3759471784" sldId="262"/>
            <ac:spMk id="3" creationId="{1703B015-48C9-D389-F518-D9640BC7DC83}"/>
          </ac:spMkLst>
        </pc:spChg>
      </pc:sldChg>
      <pc:sldChg chg="modSp new modTransition">
        <pc:chgData name="Nigar Babayeva" userId="cadc875285362e77" providerId="LiveId" clId="{7AC06D85-8071-4302-B395-614FA4792A4D}" dt="2026-06-21T21:46:30.812" v="51"/>
        <pc:sldMkLst>
          <pc:docMk/>
          <pc:sldMk cId="2306282138" sldId="263"/>
        </pc:sldMkLst>
        <pc:spChg chg="mod">
          <ac:chgData name="Nigar Babayeva" userId="cadc875285362e77" providerId="LiveId" clId="{7AC06D85-8071-4302-B395-614FA4792A4D}" dt="2026-06-21T19:23:58.022" v="3"/>
          <ac:spMkLst>
            <pc:docMk/>
            <pc:sldMk cId="2306282138" sldId="263"/>
            <ac:spMk id="2" creationId="{5DFB9A46-9684-B6BA-73FE-2022BB1AE101}"/>
          </ac:spMkLst>
        </pc:spChg>
        <pc:spChg chg="mod">
          <ac:chgData name="Nigar Babayeva" userId="cadc875285362e77" providerId="LiveId" clId="{7AC06D85-8071-4302-B395-614FA4792A4D}" dt="2026-06-21T19:23:58.022" v="3"/>
          <ac:spMkLst>
            <pc:docMk/>
            <pc:sldMk cId="2306282138" sldId="263"/>
            <ac:spMk id="3" creationId="{8E313421-212C-920D-E6F3-190ACE52FC96}"/>
          </ac:spMkLst>
        </pc:spChg>
      </pc:sldChg>
      <pc:sldMasterChg chg="modTransition modSldLayout">
        <pc:chgData name="Nigar Babayeva" userId="cadc875285362e77" providerId="LiveId" clId="{7AC06D85-8071-4302-B395-614FA4792A4D}" dt="2026-06-21T21:46:30.812" v="51"/>
        <pc:sldMasterMkLst>
          <pc:docMk/>
          <pc:sldMasterMk cId="2804724480" sldId="2147483660"/>
        </pc:sldMasterMkLst>
        <pc:sldLayoutChg chg="modTransition">
          <pc:chgData name="Nigar Babayeva" userId="cadc875285362e77" providerId="LiveId" clId="{7AC06D85-8071-4302-B395-614FA4792A4D}" dt="2026-06-21T21:46:30.812" v="51"/>
          <pc:sldLayoutMkLst>
            <pc:docMk/>
            <pc:sldMasterMk cId="2804724480" sldId="2147483660"/>
            <pc:sldLayoutMk cId="2801314430" sldId="2147483661"/>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3314087633" sldId="2147483662"/>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3175699324" sldId="2147483663"/>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2678512175" sldId="2147483664"/>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1314299969" sldId="2147483665"/>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2978494073" sldId="2147483666"/>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2825660233" sldId="2147483667"/>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134508452" sldId="2147483668"/>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3525212532" sldId="2147483669"/>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726621400" sldId="2147483670"/>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1013614546" sldId="2147483671"/>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1209254416" sldId="2147483672"/>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2509142376" sldId="2147483673"/>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3353619621" sldId="2147483674"/>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639123640" sldId="2147483675"/>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1265184646" sldId="2147483676"/>
          </pc:sldLayoutMkLst>
        </pc:sldLayoutChg>
        <pc:sldLayoutChg chg="modTransition">
          <pc:chgData name="Nigar Babayeva" userId="cadc875285362e77" providerId="LiveId" clId="{7AC06D85-8071-4302-B395-614FA4792A4D}" dt="2026-06-21T21:46:30.812" v="51"/>
          <pc:sldLayoutMkLst>
            <pc:docMk/>
            <pc:sldMasterMk cId="2804724480" sldId="2147483660"/>
            <pc:sldLayoutMk cId="704545845" sldId="214748367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EE1559-EB82-4F82-8B63-579728FBFBD8}"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7C0BCB-D77C-4B11-8F69-22A4CB6075C0}" type="slidenum">
              <a:rPr lang="en-US" smtClean="0"/>
              <a:t>‹#›</a:t>
            </a:fld>
            <a:endParaRPr lang="en-US"/>
          </a:p>
        </p:txBody>
      </p:sp>
    </p:spTree>
    <p:extLst>
      <p:ext uri="{BB962C8B-B14F-4D97-AF65-F5344CB8AC3E}">
        <p14:creationId xmlns:p14="http://schemas.microsoft.com/office/powerpoint/2010/main" val="415073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7C0BCB-D77C-4B11-8F69-22A4CB6075C0}" type="slidenum">
              <a:rPr lang="en-US" smtClean="0"/>
              <a:t>1</a:t>
            </a:fld>
            <a:endParaRPr lang="en-US"/>
          </a:p>
        </p:txBody>
      </p:sp>
    </p:spTree>
    <p:extLst>
      <p:ext uri="{BB962C8B-B14F-4D97-AF65-F5344CB8AC3E}">
        <p14:creationId xmlns:p14="http://schemas.microsoft.com/office/powerpoint/2010/main" val="3476660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Scrum Team consists of the Product Owner, Scrum Master, and Development Team. Each role contributes to project success by ensuring requirements are understood, development remains organized, and customer value is delivered.</a:t>
            </a:r>
          </a:p>
          <a:p>
            <a:endParaRPr lang="en-US" dirty="0"/>
          </a:p>
        </p:txBody>
      </p:sp>
      <p:sp>
        <p:nvSpPr>
          <p:cNvPr id="4" name="Slide Number Placeholder 3"/>
          <p:cNvSpPr>
            <a:spLocks noGrp="1"/>
          </p:cNvSpPr>
          <p:nvPr>
            <p:ph type="sldNum" sz="quarter" idx="5"/>
          </p:nvPr>
        </p:nvSpPr>
        <p:spPr/>
        <p:txBody>
          <a:bodyPr/>
          <a:lstStyle/>
          <a:p>
            <a:fld id="{CD7C0BCB-D77C-4B11-8F69-22A4CB6075C0}" type="slidenum">
              <a:rPr lang="en-US" smtClean="0"/>
              <a:t>2</a:t>
            </a:fld>
            <a:endParaRPr lang="en-US"/>
          </a:p>
        </p:txBody>
      </p:sp>
    </p:spTree>
    <p:extLst>
      <p:ext uri="{BB962C8B-B14F-4D97-AF65-F5344CB8AC3E}">
        <p14:creationId xmlns:p14="http://schemas.microsoft.com/office/powerpoint/2010/main" val="752974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Unlike traditional approaches, Agile completes these phases repeatedly in short iterations. This allows teams to adapt to changes and continuously improve the product.</a:t>
            </a:r>
          </a:p>
          <a:p>
            <a:endParaRPr lang="en-US" dirty="0"/>
          </a:p>
        </p:txBody>
      </p:sp>
      <p:sp>
        <p:nvSpPr>
          <p:cNvPr id="4" name="Slide Number Placeholder 3"/>
          <p:cNvSpPr>
            <a:spLocks noGrp="1"/>
          </p:cNvSpPr>
          <p:nvPr>
            <p:ph type="sldNum" sz="quarter" idx="5"/>
          </p:nvPr>
        </p:nvSpPr>
        <p:spPr/>
        <p:txBody>
          <a:bodyPr/>
          <a:lstStyle/>
          <a:p>
            <a:fld id="{CD7C0BCB-D77C-4B11-8F69-22A4CB6075C0}" type="slidenum">
              <a:rPr lang="en-US" smtClean="0"/>
              <a:t>3</a:t>
            </a:fld>
            <a:endParaRPr lang="en-US"/>
          </a:p>
        </p:txBody>
      </p:sp>
    </p:spTree>
    <p:extLst>
      <p:ext uri="{BB962C8B-B14F-4D97-AF65-F5344CB8AC3E}">
        <p14:creationId xmlns:p14="http://schemas.microsoft.com/office/powerpoint/2010/main" val="1704452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Scrum events provide structure for Agile teams. During the SNHU Travel project, these events supported communication, planning, stakeholder feedback, and continuous improvement.</a:t>
            </a:r>
          </a:p>
          <a:p>
            <a:endParaRPr lang="en-US" dirty="0"/>
          </a:p>
        </p:txBody>
      </p:sp>
      <p:sp>
        <p:nvSpPr>
          <p:cNvPr id="4" name="Slide Number Placeholder 3"/>
          <p:cNvSpPr>
            <a:spLocks noGrp="1"/>
          </p:cNvSpPr>
          <p:nvPr>
            <p:ph type="sldNum" sz="quarter" idx="5"/>
          </p:nvPr>
        </p:nvSpPr>
        <p:spPr/>
        <p:txBody>
          <a:bodyPr/>
          <a:lstStyle/>
          <a:p>
            <a:fld id="{CD7C0BCB-D77C-4B11-8F69-22A4CB6075C0}" type="slidenum">
              <a:rPr lang="en-US" smtClean="0"/>
              <a:t>4</a:t>
            </a:fld>
            <a:endParaRPr lang="en-US"/>
          </a:p>
        </p:txBody>
      </p:sp>
    </p:spTree>
    <p:extLst>
      <p:ext uri="{BB962C8B-B14F-4D97-AF65-F5344CB8AC3E}">
        <p14:creationId xmlns:p14="http://schemas.microsoft.com/office/powerpoint/2010/main" val="1224489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provides flexibility and continuous feedback, while Waterfall follows a fixed sequence of phases. Agile is generally better when requirements are expected to change.</a:t>
            </a:r>
          </a:p>
        </p:txBody>
      </p:sp>
      <p:sp>
        <p:nvSpPr>
          <p:cNvPr id="4" name="Slide Number Placeholder 3"/>
          <p:cNvSpPr>
            <a:spLocks noGrp="1"/>
          </p:cNvSpPr>
          <p:nvPr>
            <p:ph type="sldNum" sz="quarter" idx="5"/>
          </p:nvPr>
        </p:nvSpPr>
        <p:spPr/>
        <p:txBody>
          <a:bodyPr/>
          <a:lstStyle/>
          <a:p>
            <a:fld id="{CD7C0BCB-D77C-4B11-8F69-22A4CB6075C0}" type="slidenum">
              <a:rPr lang="en-US" smtClean="0"/>
              <a:t>5</a:t>
            </a:fld>
            <a:endParaRPr lang="en-US"/>
          </a:p>
        </p:txBody>
      </p:sp>
    </p:spTree>
    <p:extLst>
      <p:ext uri="{BB962C8B-B14F-4D97-AF65-F5344CB8AC3E}">
        <p14:creationId xmlns:p14="http://schemas.microsoft.com/office/powerpoint/2010/main" val="111838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project requirements changed. Agile allowed the team to reprioritize work and continue development. A Waterfall approach would have required more rework and delays.</a:t>
            </a:r>
          </a:p>
        </p:txBody>
      </p:sp>
      <p:sp>
        <p:nvSpPr>
          <p:cNvPr id="4" name="Slide Number Placeholder 3"/>
          <p:cNvSpPr>
            <a:spLocks noGrp="1"/>
          </p:cNvSpPr>
          <p:nvPr>
            <p:ph type="sldNum" sz="quarter" idx="5"/>
          </p:nvPr>
        </p:nvSpPr>
        <p:spPr/>
        <p:txBody>
          <a:bodyPr/>
          <a:lstStyle/>
          <a:p>
            <a:fld id="{CD7C0BCB-D77C-4B11-8F69-22A4CB6075C0}" type="slidenum">
              <a:rPr lang="en-US" smtClean="0"/>
              <a:t>6</a:t>
            </a:fld>
            <a:endParaRPr lang="en-US"/>
          </a:p>
        </p:txBody>
      </p:sp>
    </p:spTree>
    <p:extLst>
      <p:ext uri="{BB962C8B-B14F-4D97-AF65-F5344CB8AC3E}">
        <p14:creationId xmlns:p14="http://schemas.microsoft.com/office/powerpoint/2010/main" val="2949996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between Agile and Waterfall depends on project requirements, stakeholder involvement, and the likelihood of change.</a:t>
            </a:r>
          </a:p>
        </p:txBody>
      </p:sp>
      <p:sp>
        <p:nvSpPr>
          <p:cNvPr id="4" name="Slide Number Placeholder 3"/>
          <p:cNvSpPr>
            <a:spLocks noGrp="1"/>
          </p:cNvSpPr>
          <p:nvPr>
            <p:ph type="sldNum" sz="quarter" idx="5"/>
          </p:nvPr>
        </p:nvSpPr>
        <p:spPr/>
        <p:txBody>
          <a:bodyPr/>
          <a:lstStyle/>
          <a:p>
            <a:fld id="{CD7C0BCB-D77C-4B11-8F69-22A4CB6075C0}" type="slidenum">
              <a:rPr lang="en-US" smtClean="0"/>
              <a:t>7</a:t>
            </a:fld>
            <a:endParaRPr lang="en-US"/>
          </a:p>
        </p:txBody>
      </p:sp>
    </p:spTree>
    <p:extLst>
      <p:ext uri="{BB962C8B-B14F-4D97-AF65-F5344CB8AC3E}">
        <p14:creationId xmlns:p14="http://schemas.microsoft.com/office/powerpoint/2010/main" val="1927020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2801314430"/>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3314087633"/>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3175699324"/>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C10D8F-E078-4FE8-BD1E-42DD91823CD0}"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2678512175"/>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C10D8F-E078-4FE8-BD1E-42DD91823CD0}"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1314299969"/>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2978494073"/>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2825660233"/>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134508452"/>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C10D8F-E078-4FE8-BD1E-42DD91823CD0}"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3525212532"/>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C10D8F-E078-4FE8-BD1E-42DD91823CD0}"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726621400"/>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1013614546"/>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09254416"/>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2509142376"/>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3353619621"/>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639123640"/>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1265184646"/>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C10D8F-E078-4FE8-BD1E-42DD91823CD0}"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024CC-2150-460A-9DBB-36AF2630631C}" type="slidenum">
              <a:rPr lang="en-US" smtClean="0"/>
              <a:t>‹#›</a:t>
            </a:fld>
            <a:endParaRPr lang="en-US"/>
          </a:p>
        </p:txBody>
      </p:sp>
    </p:spTree>
    <p:extLst>
      <p:ext uri="{BB962C8B-B14F-4D97-AF65-F5344CB8AC3E}">
        <p14:creationId xmlns:p14="http://schemas.microsoft.com/office/powerpoint/2010/main" val="704545845"/>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BC10D8F-E078-4FE8-BD1E-42DD91823CD0}" type="datetimeFigureOut">
              <a:rPr lang="en-US" smtClean="0"/>
              <a:t>6/21/2026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B5024CC-2150-460A-9DBB-36AF2630631C}" type="slidenum">
              <a:rPr lang="en-US" smtClean="0"/>
              <a:t>‹#›</a:t>
            </a:fld>
            <a:endParaRPr lang="en-US"/>
          </a:p>
        </p:txBody>
      </p:sp>
    </p:spTree>
    <p:extLst>
      <p:ext uri="{BB962C8B-B14F-4D97-AF65-F5344CB8AC3E}">
        <p14:creationId xmlns:p14="http://schemas.microsoft.com/office/powerpoint/2010/main" val="2804724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atlassian.com/software/jira" TargetMode="External"/><Relationship Id="rId2" Type="http://schemas.openxmlformats.org/officeDocument/2006/relationships/hyperlink" Target="https://scrumguides.org/" TargetMode="External"/><Relationship Id="rId1" Type="http://schemas.openxmlformats.org/officeDocument/2006/relationships/slideLayout" Target="../slideLayouts/slideLayout2.xml"/><Relationship Id="rId4" Type="http://schemas.openxmlformats.org/officeDocument/2006/relationships/hyperlink" Target="https://www.ibm.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CD701D-D0BA-09B6-7191-8C59EB86DF1E}"/>
              </a:ext>
            </a:extLst>
          </p:cNvPr>
          <p:cNvSpPr>
            <a:spLocks noGrp="1"/>
          </p:cNvSpPr>
          <p:nvPr>
            <p:ph type="ctrTitle"/>
          </p:nvPr>
        </p:nvSpPr>
        <p:spPr>
          <a:xfrm>
            <a:off x="4872012" y="1447800"/>
            <a:ext cx="5222325" cy="3329581"/>
          </a:xfrm>
        </p:spPr>
        <p:txBody>
          <a:bodyPr>
            <a:normAutofit/>
          </a:bodyPr>
          <a:lstStyle/>
          <a:p>
            <a:pPr>
              <a:lnSpc>
                <a:spcPct val="90000"/>
              </a:lnSpc>
            </a:pPr>
            <a:r>
              <a:rPr lang="en-US" sz="5600" dirty="0">
                <a:solidFill>
                  <a:srgbClr val="EBEBEB"/>
                </a:solidFill>
              </a:rPr>
              <a:t>Scrum-Agile Methodology for the SNHU Travel Project</a:t>
            </a:r>
          </a:p>
        </p:txBody>
      </p:sp>
      <p:sp>
        <p:nvSpPr>
          <p:cNvPr id="3" name="Subtitle 2">
            <a:extLst>
              <a:ext uri="{FF2B5EF4-FFF2-40B4-BE49-F238E27FC236}">
                <a16:creationId xmlns:a16="http://schemas.microsoft.com/office/drawing/2014/main" id="{A6A82EB3-A078-E280-DBF0-F984FAB3FEEF}"/>
              </a:ext>
            </a:extLst>
          </p:cNvPr>
          <p:cNvSpPr>
            <a:spLocks noGrp="1"/>
          </p:cNvSpPr>
          <p:nvPr>
            <p:ph type="subTitle" idx="1"/>
          </p:nvPr>
        </p:nvSpPr>
        <p:spPr>
          <a:xfrm>
            <a:off x="4872012" y="4777380"/>
            <a:ext cx="5222326" cy="861420"/>
          </a:xfrm>
        </p:spPr>
        <p:txBody>
          <a:bodyPr>
            <a:normAutofit/>
          </a:bodyPr>
          <a:lstStyle/>
          <a:p>
            <a:pPr>
              <a:lnSpc>
                <a:spcPct val="90000"/>
              </a:lnSpc>
            </a:pPr>
            <a:r>
              <a:rPr lang="en-US" sz="1700">
                <a:solidFill>
                  <a:schemeClr val="tx2">
                    <a:lumMod val="40000"/>
                    <a:lumOff val="60000"/>
                  </a:schemeClr>
                </a:solidFill>
              </a:rPr>
              <a:t>Hasan Kaya</a:t>
            </a:r>
            <a:br>
              <a:rPr lang="en-US" sz="1700">
                <a:solidFill>
                  <a:schemeClr val="tx2">
                    <a:lumMod val="40000"/>
                    <a:lumOff val="60000"/>
                  </a:schemeClr>
                </a:solidFill>
              </a:rPr>
            </a:br>
            <a:r>
              <a:rPr lang="en-US" sz="1700">
                <a:solidFill>
                  <a:schemeClr val="tx2">
                    <a:lumMod val="40000"/>
                    <a:lumOff val="60000"/>
                  </a:schemeClr>
                </a:solidFill>
              </a:rPr>
              <a:t>CS 250 Software Development Lifecycle</a:t>
            </a:r>
            <a:br>
              <a:rPr lang="en-US" sz="1700">
                <a:solidFill>
                  <a:schemeClr val="tx2">
                    <a:lumMod val="40000"/>
                    <a:lumOff val="60000"/>
                  </a:schemeClr>
                </a:solidFill>
              </a:rPr>
            </a:br>
            <a:r>
              <a:rPr lang="en-US" sz="1700">
                <a:solidFill>
                  <a:schemeClr val="tx2">
                    <a:lumMod val="40000"/>
                    <a:lumOff val="60000"/>
                  </a:schemeClr>
                </a:solidFill>
              </a:rPr>
              <a:t>Southern New Hampshire University</a:t>
            </a:r>
          </a:p>
        </p:txBody>
      </p:sp>
      <p:sp>
        <p:nvSpPr>
          <p:cNvPr id="38"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3" name="Freeform: Shape 42">
            <a:extLst>
              <a:ext uri="{FF2B5EF4-FFF2-40B4-BE49-F238E27FC236}">
                <a16:creationId xmlns:a16="http://schemas.microsoft.com/office/drawing/2014/main" id="{09811DF6-66E4-43D5-B564-31517965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81964" cy="6858000"/>
          </a:xfrm>
          <a:custGeom>
            <a:avLst/>
            <a:gdLst>
              <a:gd name="connsiteX0" fmla="*/ 3137249 w 4481964"/>
              <a:gd name="connsiteY0" fmla="*/ 0 h 6858000"/>
              <a:gd name="connsiteX1" fmla="*/ 4480787 w 4481964"/>
              <a:gd name="connsiteY1" fmla="*/ 0 h 6858000"/>
              <a:gd name="connsiteX2" fmla="*/ 4455742 w 4481964"/>
              <a:gd name="connsiteY2" fmla="*/ 155676 h 6858000"/>
              <a:gd name="connsiteX3" fmla="*/ 4431873 w 4481964"/>
              <a:gd name="connsiteY3" fmla="*/ 310667 h 6858000"/>
              <a:gd name="connsiteX4" fmla="*/ 4408509 w 4481964"/>
              <a:gd name="connsiteY4" fmla="*/ 466344 h 6858000"/>
              <a:gd name="connsiteX5" fmla="*/ 4388506 w 4481964"/>
              <a:gd name="connsiteY5" fmla="*/ 622706 h 6858000"/>
              <a:gd name="connsiteX6" fmla="*/ 4368335 w 4481964"/>
              <a:gd name="connsiteY6" fmla="*/ 778383 h 6858000"/>
              <a:gd name="connsiteX7" fmla="*/ 4349509 w 4481964"/>
              <a:gd name="connsiteY7" fmla="*/ 934745 h 6858000"/>
              <a:gd name="connsiteX8" fmla="*/ 4333373 w 4481964"/>
              <a:gd name="connsiteY8" fmla="*/ 1089050 h 6858000"/>
              <a:gd name="connsiteX9" fmla="*/ 4318077 w 4481964"/>
              <a:gd name="connsiteY9" fmla="*/ 1245413 h 6858000"/>
              <a:gd name="connsiteX10" fmla="*/ 4304125 w 4481964"/>
              <a:gd name="connsiteY10" fmla="*/ 1401089 h 6858000"/>
              <a:gd name="connsiteX11" fmla="*/ 4292023 w 4481964"/>
              <a:gd name="connsiteY11" fmla="*/ 1554023 h 6858000"/>
              <a:gd name="connsiteX12" fmla="*/ 4279920 w 4481964"/>
              <a:gd name="connsiteY12" fmla="*/ 1709013 h 6858000"/>
              <a:gd name="connsiteX13" fmla="*/ 4269835 w 4481964"/>
              <a:gd name="connsiteY13" fmla="*/ 1861947 h 6858000"/>
              <a:gd name="connsiteX14" fmla="*/ 4261935 w 4481964"/>
              <a:gd name="connsiteY14" fmla="*/ 2014880 h 6858000"/>
              <a:gd name="connsiteX15" fmla="*/ 4253698 w 4481964"/>
              <a:gd name="connsiteY15" fmla="*/ 2167128 h 6858000"/>
              <a:gd name="connsiteX16" fmla="*/ 4246807 w 4481964"/>
              <a:gd name="connsiteY16" fmla="*/ 2318004 h 6858000"/>
              <a:gd name="connsiteX17" fmla="*/ 4241932 w 4481964"/>
              <a:gd name="connsiteY17" fmla="*/ 2467508 h 6858000"/>
              <a:gd name="connsiteX18" fmla="*/ 4237730 w 4481964"/>
              <a:gd name="connsiteY18" fmla="*/ 2617013 h 6858000"/>
              <a:gd name="connsiteX19" fmla="*/ 4233696 w 4481964"/>
              <a:gd name="connsiteY19" fmla="*/ 2765145 h 6858000"/>
              <a:gd name="connsiteX20" fmla="*/ 4231847 w 4481964"/>
              <a:gd name="connsiteY20" fmla="*/ 2911221 h 6858000"/>
              <a:gd name="connsiteX21" fmla="*/ 4229830 w 4481964"/>
              <a:gd name="connsiteY21" fmla="*/ 3057296 h 6858000"/>
              <a:gd name="connsiteX22" fmla="*/ 4228821 w 4481964"/>
              <a:gd name="connsiteY22" fmla="*/ 3201314 h 6858000"/>
              <a:gd name="connsiteX23" fmla="*/ 4229830 w 4481964"/>
              <a:gd name="connsiteY23" fmla="*/ 3343960 h 6858000"/>
              <a:gd name="connsiteX24" fmla="*/ 4229830 w 4481964"/>
              <a:gd name="connsiteY24" fmla="*/ 3485235 h 6858000"/>
              <a:gd name="connsiteX25" fmla="*/ 4231847 w 4481964"/>
              <a:gd name="connsiteY25" fmla="*/ 3625138 h 6858000"/>
              <a:gd name="connsiteX26" fmla="*/ 4234872 w 4481964"/>
              <a:gd name="connsiteY26" fmla="*/ 3762298 h 6858000"/>
              <a:gd name="connsiteX27" fmla="*/ 4237730 w 4481964"/>
              <a:gd name="connsiteY27" fmla="*/ 3898087 h 6858000"/>
              <a:gd name="connsiteX28" fmla="*/ 4240924 w 4481964"/>
              <a:gd name="connsiteY28" fmla="*/ 4031132 h 6858000"/>
              <a:gd name="connsiteX29" fmla="*/ 4245798 w 4481964"/>
              <a:gd name="connsiteY29" fmla="*/ 4163491 h 6858000"/>
              <a:gd name="connsiteX30" fmla="*/ 4251009 w 4481964"/>
              <a:gd name="connsiteY30" fmla="*/ 4293793 h 6858000"/>
              <a:gd name="connsiteX31" fmla="*/ 4255715 w 4481964"/>
              <a:gd name="connsiteY31" fmla="*/ 4421352 h 6858000"/>
              <a:gd name="connsiteX32" fmla="*/ 4268995 w 4481964"/>
              <a:gd name="connsiteY32" fmla="*/ 4670298 h 6858000"/>
              <a:gd name="connsiteX33" fmla="*/ 4283114 w 4481964"/>
              <a:gd name="connsiteY33" fmla="*/ 4908956 h 6858000"/>
              <a:gd name="connsiteX34" fmla="*/ 4297906 w 4481964"/>
              <a:gd name="connsiteY34" fmla="*/ 5138013 h 6858000"/>
              <a:gd name="connsiteX35" fmla="*/ 4314211 w 4481964"/>
              <a:gd name="connsiteY35" fmla="*/ 5354726 h 6858000"/>
              <a:gd name="connsiteX36" fmla="*/ 4331188 w 4481964"/>
              <a:gd name="connsiteY36" fmla="*/ 5561838 h 6858000"/>
              <a:gd name="connsiteX37" fmla="*/ 4349509 w 4481964"/>
              <a:gd name="connsiteY37" fmla="*/ 5753862 h 6858000"/>
              <a:gd name="connsiteX38" fmla="*/ 4367495 w 4481964"/>
              <a:gd name="connsiteY38" fmla="*/ 5934227 h 6858000"/>
              <a:gd name="connsiteX39" fmla="*/ 4385480 w 4481964"/>
              <a:gd name="connsiteY39" fmla="*/ 6100191 h 6858000"/>
              <a:gd name="connsiteX40" fmla="*/ 4402457 w 4481964"/>
              <a:gd name="connsiteY40" fmla="*/ 6252438 h 6858000"/>
              <a:gd name="connsiteX41" fmla="*/ 4418594 w 4481964"/>
              <a:gd name="connsiteY41" fmla="*/ 6387541 h 6858000"/>
              <a:gd name="connsiteX42" fmla="*/ 4433890 w 4481964"/>
              <a:gd name="connsiteY42" fmla="*/ 6509613 h 6858000"/>
              <a:gd name="connsiteX43" fmla="*/ 4446665 w 4481964"/>
              <a:gd name="connsiteY43" fmla="*/ 6612483 h 6858000"/>
              <a:gd name="connsiteX44" fmla="*/ 4458767 w 4481964"/>
              <a:gd name="connsiteY44" fmla="*/ 6698894 h 6858000"/>
              <a:gd name="connsiteX45" fmla="*/ 4476081 w 4481964"/>
              <a:gd name="connsiteY45" fmla="*/ 6817538 h 6858000"/>
              <a:gd name="connsiteX46" fmla="*/ 4481964 w 4481964"/>
              <a:gd name="connsiteY46" fmla="*/ 6858000 h 6858000"/>
              <a:gd name="connsiteX47" fmla="*/ 3577807 w 4481964"/>
              <a:gd name="connsiteY47" fmla="*/ 6858000 h 6858000"/>
              <a:gd name="connsiteX48" fmla="*/ 3577807 w 4481964"/>
              <a:gd name="connsiteY48" fmla="*/ 6858000 h 6858000"/>
              <a:gd name="connsiteX49" fmla="*/ 0 w 4481964"/>
              <a:gd name="connsiteY49" fmla="*/ 6858000 h 6858000"/>
              <a:gd name="connsiteX50" fmla="*/ 0 w 4481964"/>
              <a:gd name="connsiteY50" fmla="*/ 0 h 6858000"/>
              <a:gd name="connsiteX51" fmla="*/ 3137249 w 448196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81964" h="6858000">
                <a:moveTo>
                  <a:pt x="3137249" y="0"/>
                </a:move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3577807" y="6858000"/>
                </a:lnTo>
                <a:lnTo>
                  <a:pt x="0" y="6858000"/>
                </a:lnTo>
                <a:lnTo>
                  <a:pt x="0" y="0"/>
                </a:lnTo>
                <a:lnTo>
                  <a:pt x="313724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Rectangle 43">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Airplane outline">
            <a:extLst>
              <a:ext uri="{FF2B5EF4-FFF2-40B4-BE49-F238E27FC236}">
                <a16:creationId xmlns:a16="http://schemas.microsoft.com/office/drawing/2014/main" id="{6B7CEE26-7E20-2028-9138-82BF424368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7240" y="2074882"/>
            <a:ext cx="2936836" cy="2936836"/>
          </a:xfrm>
          <a:prstGeom prst="rect">
            <a:avLst/>
          </a:prstGeom>
        </p:spPr>
      </p:pic>
    </p:spTree>
    <p:extLst>
      <p:ext uri="{BB962C8B-B14F-4D97-AF65-F5344CB8AC3E}">
        <p14:creationId xmlns:p14="http://schemas.microsoft.com/office/powerpoint/2010/main" val="36168031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A7DCF-2641-7531-615A-58BA4D0D9F12}"/>
              </a:ext>
            </a:extLst>
          </p:cNvPr>
          <p:cNvSpPr>
            <a:spLocks noGrp="1"/>
          </p:cNvSpPr>
          <p:nvPr>
            <p:ph type="title"/>
          </p:nvPr>
        </p:nvSpPr>
        <p:spPr/>
        <p:txBody>
          <a:bodyPr/>
          <a:lstStyle/>
          <a:p>
            <a:r>
              <a:rPr lang="en-US" dirty="0"/>
              <a:t>Scrum Roles and Responsibilities</a:t>
            </a:r>
          </a:p>
        </p:txBody>
      </p:sp>
      <p:sp>
        <p:nvSpPr>
          <p:cNvPr id="3" name="Content Placeholder 2">
            <a:extLst>
              <a:ext uri="{FF2B5EF4-FFF2-40B4-BE49-F238E27FC236}">
                <a16:creationId xmlns:a16="http://schemas.microsoft.com/office/drawing/2014/main" id="{FC0E03E6-E521-FDC9-9EE9-ED48DCADC2D4}"/>
              </a:ext>
            </a:extLst>
          </p:cNvPr>
          <p:cNvSpPr>
            <a:spLocks noGrp="1"/>
          </p:cNvSpPr>
          <p:nvPr>
            <p:ph idx="1"/>
          </p:nvPr>
        </p:nvSpPr>
        <p:spPr/>
        <p:txBody>
          <a:bodyPr>
            <a:normAutofit fontScale="70000" lnSpcReduction="20000"/>
          </a:bodyPr>
          <a:lstStyle/>
          <a:p>
            <a:r>
              <a:rPr lang="en-US" b="1" dirty="0"/>
              <a:t>Product Owner</a:t>
            </a:r>
            <a:endParaRPr lang="en-US" dirty="0"/>
          </a:p>
          <a:p>
            <a:r>
              <a:rPr lang="en-US" dirty="0"/>
              <a:t>Prioritizes the product backlog </a:t>
            </a:r>
          </a:p>
          <a:p>
            <a:r>
              <a:rPr lang="en-US" dirty="0"/>
              <a:t>Represents customer needs </a:t>
            </a:r>
          </a:p>
          <a:p>
            <a:r>
              <a:rPr lang="en-US" dirty="0"/>
              <a:t>Defines project requirements </a:t>
            </a:r>
          </a:p>
          <a:p>
            <a:endParaRPr lang="en-US" dirty="0"/>
          </a:p>
          <a:p>
            <a:r>
              <a:rPr lang="en-US" b="1" dirty="0"/>
              <a:t>Scrum Master</a:t>
            </a:r>
            <a:endParaRPr lang="en-US" dirty="0"/>
          </a:p>
          <a:p>
            <a:r>
              <a:rPr lang="en-US" dirty="0"/>
              <a:t>Facilitates Scrum events </a:t>
            </a:r>
          </a:p>
          <a:p>
            <a:r>
              <a:rPr lang="en-US" dirty="0"/>
              <a:t>Removes obstacles </a:t>
            </a:r>
          </a:p>
          <a:p>
            <a:r>
              <a:rPr lang="en-US" dirty="0"/>
              <a:t>Supports Agile practices </a:t>
            </a:r>
          </a:p>
          <a:p>
            <a:endParaRPr lang="en-US" dirty="0"/>
          </a:p>
          <a:p>
            <a:r>
              <a:rPr lang="en-US" b="1" dirty="0"/>
              <a:t>Development Team</a:t>
            </a:r>
            <a:endParaRPr lang="en-US" dirty="0"/>
          </a:p>
          <a:p>
            <a:r>
              <a:rPr lang="en-US" dirty="0"/>
              <a:t>Develops software features </a:t>
            </a:r>
          </a:p>
          <a:p>
            <a:r>
              <a:rPr lang="en-US" dirty="0"/>
              <a:t>Collaborates with team members </a:t>
            </a:r>
          </a:p>
          <a:p>
            <a:r>
              <a:rPr lang="en-US" dirty="0"/>
              <a:t>Delivers working increments </a:t>
            </a:r>
          </a:p>
          <a:p>
            <a:endParaRPr lang="en-US" dirty="0"/>
          </a:p>
        </p:txBody>
      </p:sp>
    </p:spTree>
    <p:extLst>
      <p:ext uri="{BB962C8B-B14F-4D97-AF65-F5344CB8AC3E}">
        <p14:creationId xmlns:p14="http://schemas.microsoft.com/office/powerpoint/2010/main" val="3164373172"/>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29F45-D878-C033-971B-0614828963D6}"/>
              </a:ext>
            </a:extLst>
          </p:cNvPr>
          <p:cNvSpPr>
            <a:spLocks noGrp="1"/>
          </p:cNvSpPr>
          <p:nvPr>
            <p:ph type="title"/>
          </p:nvPr>
        </p:nvSpPr>
        <p:spPr/>
        <p:txBody>
          <a:bodyPr/>
          <a:lstStyle/>
          <a:p>
            <a:r>
              <a:rPr lang="en-US" dirty="0"/>
              <a:t>Agile Software Development Life Cycle</a:t>
            </a:r>
          </a:p>
        </p:txBody>
      </p:sp>
      <p:sp>
        <p:nvSpPr>
          <p:cNvPr id="3" name="Content Placeholder 2">
            <a:extLst>
              <a:ext uri="{FF2B5EF4-FFF2-40B4-BE49-F238E27FC236}">
                <a16:creationId xmlns:a16="http://schemas.microsoft.com/office/drawing/2014/main" id="{A1511218-A6C1-E3DF-CA83-70A280B7F4EE}"/>
              </a:ext>
            </a:extLst>
          </p:cNvPr>
          <p:cNvSpPr>
            <a:spLocks noGrp="1"/>
          </p:cNvSpPr>
          <p:nvPr>
            <p:ph idx="1"/>
          </p:nvPr>
        </p:nvSpPr>
        <p:spPr/>
        <p:txBody>
          <a:bodyPr>
            <a:normAutofit lnSpcReduction="10000"/>
          </a:bodyPr>
          <a:lstStyle/>
          <a:p>
            <a:pPr marL="0" indent="0">
              <a:buNone/>
            </a:pPr>
            <a:endParaRPr lang="en-US" dirty="0"/>
          </a:p>
          <a:p>
            <a:r>
              <a:rPr lang="en-US" dirty="0"/>
              <a:t>Requirements Gathering </a:t>
            </a:r>
          </a:p>
          <a:p>
            <a:r>
              <a:rPr lang="en-US" dirty="0"/>
              <a:t>Planning </a:t>
            </a:r>
          </a:p>
          <a:p>
            <a:r>
              <a:rPr lang="en-US" dirty="0"/>
              <a:t>Design </a:t>
            </a:r>
          </a:p>
          <a:p>
            <a:r>
              <a:rPr lang="en-US" dirty="0"/>
              <a:t>Development </a:t>
            </a:r>
          </a:p>
          <a:p>
            <a:r>
              <a:rPr lang="en-US" dirty="0"/>
              <a:t>Testing </a:t>
            </a:r>
          </a:p>
          <a:p>
            <a:r>
              <a:rPr lang="en-US" dirty="0"/>
              <a:t>Deployment </a:t>
            </a:r>
          </a:p>
          <a:p>
            <a:r>
              <a:rPr lang="en-US" dirty="0"/>
              <a:t>Maintenance </a:t>
            </a:r>
          </a:p>
          <a:p>
            <a:pPr marL="0" indent="0">
              <a:buNone/>
            </a:pPr>
            <a:endParaRPr lang="en-US" dirty="0"/>
          </a:p>
          <a:p>
            <a:pPr marL="0" indent="0">
              <a:buNone/>
            </a:pPr>
            <a:r>
              <a:rPr lang="en-US" dirty="0"/>
              <a:t>Agile repeats these phases throughout multiple sprints.</a:t>
            </a:r>
          </a:p>
          <a:p>
            <a:pPr marL="0" indent="0">
              <a:buNone/>
            </a:pPr>
            <a:endParaRPr lang="en-US" dirty="0"/>
          </a:p>
        </p:txBody>
      </p:sp>
    </p:spTree>
    <p:extLst>
      <p:ext uri="{BB962C8B-B14F-4D97-AF65-F5344CB8AC3E}">
        <p14:creationId xmlns:p14="http://schemas.microsoft.com/office/powerpoint/2010/main" val="3965415813"/>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8FBE7-CB8F-16EF-A2E1-F89679EF674E}"/>
              </a:ext>
            </a:extLst>
          </p:cNvPr>
          <p:cNvSpPr>
            <a:spLocks noGrp="1"/>
          </p:cNvSpPr>
          <p:nvPr>
            <p:ph type="title"/>
          </p:nvPr>
        </p:nvSpPr>
        <p:spPr/>
        <p:txBody>
          <a:bodyPr/>
          <a:lstStyle/>
          <a:p>
            <a:r>
              <a:rPr lang="en-US" dirty="0"/>
              <a:t>Scrum Events</a:t>
            </a:r>
          </a:p>
        </p:txBody>
      </p:sp>
      <p:sp>
        <p:nvSpPr>
          <p:cNvPr id="3" name="Content Placeholder 2">
            <a:extLst>
              <a:ext uri="{FF2B5EF4-FFF2-40B4-BE49-F238E27FC236}">
                <a16:creationId xmlns:a16="http://schemas.microsoft.com/office/drawing/2014/main" id="{B511EFEB-7EC8-4F0D-D6D9-E3AAC5D8A75C}"/>
              </a:ext>
            </a:extLst>
          </p:cNvPr>
          <p:cNvSpPr>
            <a:spLocks noGrp="1"/>
          </p:cNvSpPr>
          <p:nvPr>
            <p:ph idx="1"/>
          </p:nvPr>
        </p:nvSpPr>
        <p:spPr/>
        <p:txBody>
          <a:bodyPr>
            <a:normAutofit/>
          </a:bodyPr>
          <a:lstStyle/>
          <a:p>
            <a:r>
              <a:rPr lang="en-US" dirty="0"/>
              <a:t>Sprint Planning </a:t>
            </a:r>
          </a:p>
          <a:p>
            <a:r>
              <a:rPr lang="en-US" dirty="0"/>
              <a:t>Daily Scrum </a:t>
            </a:r>
          </a:p>
          <a:p>
            <a:r>
              <a:rPr lang="en-US" dirty="0"/>
              <a:t>Backlog Refinement </a:t>
            </a:r>
          </a:p>
          <a:p>
            <a:r>
              <a:rPr lang="en-US" dirty="0"/>
              <a:t>Sprint Review </a:t>
            </a:r>
          </a:p>
          <a:p>
            <a:r>
              <a:rPr lang="en-US" dirty="0"/>
              <a:t>Sprint Retrospective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81530192"/>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543EE-A3E3-BCD6-AFF0-C0869B30438D}"/>
              </a:ext>
            </a:extLst>
          </p:cNvPr>
          <p:cNvSpPr>
            <a:spLocks noGrp="1"/>
          </p:cNvSpPr>
          <p:nvPr>
            <p:ph type="title"/>
          </p:nvPr>
        </p:nvSpPr>
        <p:spPr/>
        <p:txBody>
          <a:bodyPr/>
          <a:lstStyle/>
          <a:p>
            <a:pPr algn="ctr"/>
            <a:r>
              <a:rPr lang="en-US" dirty="0"/>
              <a:t>Waterfall vs Agile</a:t>
            </a:r>
            <a:endParaRPr lang="en-US" b="1" dirty="0"/>
          </a:p>
        </p:txBody>
      </p:sp>
      <p:sp>
        <p:nvSpPr>
          <p:cNvPr id="3" name="Text Placeholder 2">
            <a:extLst>
              <a:ext uri="{FF2B5EF4-FFF2-40B4-BE49-F238E27FC236}">
                <a16:creationId xmlns:a16="http://schemas.microsoft.com/office/drawing/2014/main" id="{63129A4D-7B2C-C937-C9F6-E10CBBFC7A80}"/>
              </a:ext>
            </a:extLst>
          </p:cNvPr>
          <p:cNvSpPr>
            <a:spLocks noGrp="1"/>
          </p:cNvSpPr>
          <p:nvPr>
            <p:ph type="body" idx="1"/>
          </p:nvPr>
        </p:nvSpPr>
        <p:spPr/>
        <p:txBody>
          <a:bodyPr/>
          <a:lstStyle/>
          <a:p>
            <a:r>
              <a:rPr lang="en-US" dirty="0"/>
              <a:t>Waterfall</a:t>
            </a:r>
          </a:p>
        </p:txBody>
      </p:sp>
      <p:sp>
        <p:nvSpPr>
          <p:cNvPr id="4" name="Content Placeholder 3">
            <a:extLst>
              <a:ext uri="{FF2B5EF4-FFF2-40B4-BE49-F238E27FC236}">
                <a16:creationId xmlns:a16="http://schemas.microsoft.com/office/drawing/2014/main" id="{6A98E723-21E0-DA64-B759-FC6B32AE3005}"/>
              </a:ext>
            </a:extLst>
          </p:cNvPr>
          <p:cNvSpPr>
            <a:spLocks noGrp="1"/>
          </p:cNvSpPr>
          <p:nvPr>
            <p:ph sz="half" idx="2"/>
          </p:nvPr>
        </p:nvSpPr>
        <p:spPr/>
        <p:txBody>
          <a:bodyPr/>
          <a:lstStyle/>
          <a:p>
            <a:r>
              <a:rPr lang="en-US" dirty="0"/>
              <a:t>Sequential Process</a:t>
            </a:r>
          </a:p>
          <a:p>
            <a:r>
              <a:rPr lang="en-US" dirty="0"/>
              <a:t>Fixed Requirements</a:t>
            </a:r>
          </a:p>
          <a:p>
            <a:r>
              <a:rPr lang="en-US" dirty="0"/>
              <a:t>Testing Near End</a:t>
            </a:r>
          </a:p>
          <a:p>
            <a:r>
              <a:rPr lang="en-US" dirty="0"/>
              <a:t>Limited Customer Feedback</a:t>
            </a:r>
          </a:p>
          <a:p>
            <a:r>
              <a:rPr lang="en-US" dirty="0"/>
              <a:t>Difficult to Change</a:t>
            </a:r>
          </a:p>
        </p:txBody>
      </p:sp>
      <p:sp>
        <p:nvSpPr>
          <p:cNvPr id="5" name="Text Placeholder 4">
            <a:extLst>
              <a:ext uri="{FF2B5EF4-FFF2-40B4-BE49-F238E27FC236}">
                <a16:creationId xmlns:a16="http://schemas.microsoft.com/office/drawing/2014/main" id="{4A85FFDD-A249-FC16-E67B-802E83E4FB14}"/>
              </a:ext>
            </a:extLst>
          </p:cNvPr>
          <p:cNvSpPr>
            <a:spLocks noGrp="1"/>
          </p:cNvSpPr>
          <p:nvPr>
            <p:ph type="body" sz="quarter" idx="3"/>
          </p:nvPr>
        </p:nvSpPr>
        <p:spPr/>
        <p:txBody>
          <a:bodyPr/>
          <a:lstStyle/>
          <a:p>
            <a:r>
              <a:rPr lang="en-US" dirty="0"/>
              <a:t>Agile</a:t>
            </a:r>
          </a:p>
        </p:txBody>
      </p:sp>
      <p:sp>
        <p:nvSpPr>
          <p:cNvPr id="6" name="Content Placeholder 5">
            <a:extLst>
              <a:ext uri="{FF2B5EF4-FFF2-40B4-BE49-F238E27FC236}">
                <a16:creationId xmlns:a16="http://schemas.microsoft.com/office/drawing/2014/main" id="{6E66BE88-A78B-F008-CF40-28ED9AD13179}"/>
              </a:ext>
            </a:extLst>
          </p:cNvPr>
          <p:cNvSpPr>
            <a:spLocks noGrp="1"/>
          </p:cNvSpPr>
          <p:nvPr>
            <p:ph sz="quarter" idx="4"/>
          </p:nvPr>
        </p:nvSpPr>
        <p:spPr/>
        <p:txBody>
          <a:bodyPr/>
          <a:lstStyle/>
          <a:p>
            <a:r>
              <a:rPr lang="en-US" dirty="0"/>
              <a:t>Iterative Process</a:t>
            </a:r>
          </a:p>
          <a:p>
            <a:r>
              <a:rPr lang="en-US" dirty="0"/>
              <a:t>Flexible Requirements</a:t>
            </a:r>
          </a:p>
          <a:p>
            <a:r>
              <a:rPr lang="en-US" dirty="0"/>
              <a:t>Continuous Testing</a:t>
            </a:r>
          </a:p>
          <a:p>
            <a:r>
              <a:rPr lang="en-US" dirty="0"/>
              <a:t>Frequent Customer Feedback</a:t>
            </a:r>
          </a:p>
          <a:p>
            <a:r>
              <a:rPr lang="en-US" dirty="0"/>
              <a:t>Easy to Adapt</a:t>
            </a:r>
          </a:p>
          <a:p>
            <a:endParaRPr lang="en-US" dirty="0"/>
          </a:p>
          <a:p>
            <a:endParaRPr lang="en-US" dirty="0"/>
          </a:p>
        </p:txBody>
      </p:sp>
    </p:spTree>
    <p:extLst>
      <p:ext uri="{BB962C8B-B14F-4D97-AF65-F5344CB8AC3E}">
        <p14:creationId xmlns:p14="http://schemas.microsoft.com/office/powerpoint/2010/main" val="2237205845"/>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FBF6C-5603-176F-F6C1-000D116207E8}"/>
              </a:ext>
            </a:extLst>
          </p:cNvPr>
          <p:cNvSpPr>
            <a:spLocks noGrp="1"/>
          </p:cNvSpPr>
          <p:nvPr>
            <p:ph type="title"/>
          </p:nvPr>
        </p:nvSpPr>
        <p:spPr/>
        <p:txBody>
          <a:bodyPr/>
          <a:lstStyle/>
          <a:p>
            <a:r>
              <a:rPr lang="en-US" dirty="0"/>
              <a:t>SNHU Travel Project Example</a:t>
            </a:r>
          </a:p>
        </p:txBody>
      </p:sp>
      <p:sp>
        <p:nvSpPr>
          <p:cNvPr id="3" name="Content Placeholder 2">
            <a:extLst>
              <a:ext uri="{FF2B5EF4-FFF2-40B4-BE49-F238E27FC236}">
                <a16:creationId xmlns:a16="http://schemas.microsoft.com/office/drawing/2014/main" id="{FAE47580-E787-9176-4C3F-639D35964C4B}"/>
              </a:ext>
            </a:extLst>
          </p:cNvPr>
          <p:cNvSpPr>
            <a:spLocks noGrp="1"/>
          </p:cNvSpPr>
          <p:nvPr>
            <p:ph idx="1"/>
          </p:nvPr>
        </p:nvSpPr>
        <p:spPr/>
        <p:txBody>
          <a:bodyPr/>
          <a:lstStyle/>
          <a:p>
            <a:r>
              <a:rPr lang="en-US" dirty="0"/>
              <a:t>Initial focus: General travel services </a:t>
            </a:r>
          </a:p>
          <a:p>
            <a:pPr marL="0" indent="0">
              <a:buNone/>
            </a:pPr>
            <a:endParaRPr lang="en-US" dirty="0"/>
          </a:p>
          <a:p>
            <a:r>
              <a:rPr lang="en-US" dirty="0"/>
              <a:t>Updated focus: Wellness and detox travel</a:t>
            </a:r>
          </a:p>
          <a:p>
            <a:pPr marL="0" indent="0">
              <a:buNone/>
            </a:pPr>
            <a:endParaRPr lang="en-US" dirty="0"/>
          </a:p>
          <a:p>
            <a:r>
              <a:rPr lang="en-US" dirty="0"/>
              <a:t> Backlog priorities changed </a:t>
            </a:r>
          </a:p>
          <a:p>
            <a:pPr marL="0" indent="0">
              <a:buNone/>
            </a:pPr>
            <a:endParaRPr lang="en-US" dirty="0"/>
          </a:p>
          <a:p>
            <a:r>
              <a:rPr lang="en-US" dirty="0"/>
              <a:t>Development continued without restarting</a:t>
            </a:r>
          </a:p>
        </p:txBody>
      </p:sp>
    </p:spTree>
    <p:extLst>
      <p:ext uri="{BB962C8B-B14F-4D97-AF65-F5344CB8AC3E}">
        <p14:creationId xmlns:p14="http://schemas.microsoft.com/office/powerpoint/2010/main" val="4189322492"/>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BB31A-86FC-3357-5F3F-7843CA5096EA}"/>
              </a:ext>
            </a:extLst>
          </p:cNvPr>
          <p:cNvSpPr>
            <a:spLocks noGrp="1"/>
          </p:cNvSpPr>
          <p:nvPr>
            <p:ph type="title"/>
          </p:nvPr>
        </p:nvSpPr>
        <p:spPr/>
        <p:txBody>
          <a:bodyPr/>
          <a:lstStyle/>
          <a:p>
            <a:r>
              <a:rPr lang="en-US" dirty="0"/>
              <a:t>Choosing the Right Methodology</a:t>
            </a:r>
          </a:p>
        </p:txBody>
      </p:sp>
      <p:sp>
        <p:nvSpPr>
          <p:cNvPr id="3" name="Content Placeholder 2">
            <a:extLst>
              <a:ext uri="{FF2B5EF4-FFF2-40B4-BE49-F238E27FC236}">
                <a16:creationId xmlns:a16="http://schemas.microsoft.com/office/drawing/2014/main" id="{1703B015-48C9-D389-F518-D9640BC7DC83}"/>
              </a:ext>
            </a:extLst>
          </p:cNvPr>
          <p:cNvSpPr>
            <a:spLocks noGrp="1"/>
          </p:cNvSpPr>
          <p:nvPr>
            <p:ph idx="1"/>
          </p:nvPr>
        </p:nvSpPr>
        <p:spPr/>
        <p:txBody>
          <a:bodyPr>
            <a:normAutofit/>
          </a:bodyPr>
          <a:lstStyle/>
          <a:p>
            <a:r>
              <a:rPr lang="en-US" b="1" dirty="0"/>
              <a:t>Use Agile When:</a:t>
            </a:r>
            <a:endParaRPr lang="en-US" dirty="0"/>
          </a:p>
          <a:p>
            <a:r>
              <a:rPr lang="en-US" dirty="0"/>
              <a:t>Requirements change frequently </a:t>
            </a:r>
          </a:p>
          <a:p>
            <a:r>
              <a:rPr lang="en-US" dirty="0"/>
              <a:t>Customer feedback is important </a:t>
            </a:r>
          </a:p>
          <a:p>
            <a:r>
              <a:rPr lang="en-US" dirty="0"/>
              <a:t>Rapid delivery is needed </a:t>
            </a:r>
          </a:p>
          <a:p>
            <a:endParaRPr lang="en-US" dirty="0"/>
          </a:p>
          <a:p>
            <a:r>
              <a:rPr lang="en-US" b="1" dirty="0"/>
              <a:t>Use Waterfall When:</a:t>
            </a:r>
            <a:endParaRPr lang="en-US" dirty="0"/>
          </a:p>
          <a:p>
            <a:r>
              <a:rPr lang="en-US" dirty="0"/>
              <a:t>Requirements are stable </a:t>
            </a:r>
          </a:p>
          <a:p>
            <a:r>
              <a:rPr lang="en-US" dirty="0"/>
              <a:t>Scope is clearly defined </a:t>
            </a:r>
          </a:p>
          <a:p>
            <a:r>
              <a:rPr lang="en-US" dirty="0"/>
              <a:t>Regulatory compliance is important</a:t>
            </a:r>
          </a:p>
          <a:p>
            <a:pPr marL="0" indent="0">
              <a:buNone/>
            </a:pPr>
            <a:endParaRPr lang="en-US" dirty="0"/>
          </a:p>
        </p:txBody>
      </p:sp>
    </p:spTree>
    <p:extLst>
      <p:ext uri="{BB962C8B-B14F-4D97-AF65-F5344CB8AC3E}">
        <p14:creationId xmlns:p14="http://schemas.microsoft.com/office/powerpoint/2010/main" val="3759471784"/>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B9A46-9684-B6BA-73FE-2022BB1AE101}"/>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E313421-212C-920D-E6F3-190ACE52FC96}"/>
              </a:ext>
            </a:extLst>
          </p:cNvPr>
          <p:cNvSpPr>
            <a:spLocks noGrp="1"/>
          </p:cNvSpPr>
          <p:nvPr>
            <p:ph idx="1"/>
          </p:nvPr>
        </p:nvSpPr>
        <p:spPr/>
        <p:txBody>
          <a:bodyPr/>
          <a:lstStyle/>
          <a:p>
            <a:r>
              <a:rPr lang="en-US" dirty="0"/>
              <a:t>Schwaber, K., &amp; Sutherland, J. (2020). </a:t>
            </a:r>
            <a:r>
              <a:rPr lang="en-US" i="1" dirty="0"/>
              <a:t>The Scrum Guide</a:t>
            </a:r>
            <a:r>
              <a:rPr lang="en-US" dirty="0"/>
              <a:t>. </a:t>
            </a:r>
            <a:r>
              <a:rPr lang="en-US" dirty="0">
                <a:hlinkClick r:id="rId2"/>
              </a:rPr>
              <a:t>https://scrumguides.org</a:t>
            </a:r>
            <a:endParaRPr lang="en-US" dirty="0"/>
          </a:p>
          <a:p>
            <a:r>
              <a:rPr lang="en-US" dirty="0"/>
              <a:t>Project Management Institute. (2021). </a:t>
            </a:r>
            <a:r>
              <a:rPr lang="en-US" i="1" dirty="0"/>
              <a:t>Agile Practice Guide</a:t>
            </a:r>
            <a:r>
              <a:rPr lang="en-US" dirty="0"/>
              <a:t>.</a:t>
            </a:r>
          </a:p>
          <a:p>
            <a:r>
              <a:rPr lang="en-US" dirty="0"/>
              <a:t>Atlassian. (2024). </a:t>
            </a:r>
            <a:r>
              <a:rPr lang="en-US" i="1" dirty="0"/>
              <a:t>Jira Project Management for Agile Teams</a:t>
            </a:r>
            <a:r>
              <a:rPr lang="en-US" dirty="0"/>
              <a:t>. </a:t>
            </a:r>
            <a:r>
              <a:rPr lang="en-US" dirty="0">
                <a:hlinkClick r:id="rId3"/>
              </a:rPr>
              <a:t>https://www.atlassian.com/software/jira</a:t>
            </a:r>
            <a:endParaRPr lang="en-US" dirty="0"/>
          </a:p>
          <a:p>
            <a:r>
              <a:rPr lang="en-US" dirty="0"/>
              <a:t>IBM. (2023). </a:t>
            </a:r>
            <a:r>
              <a:rPr lang="en-US" i="1" dirty="0"/>
              <a:t>What Is Agile Scrum Methodology?</a:t>
            </a:r>
            <a:r>
              <a:rPr lang="en-US" dirty="0"/>
              <a:t> </a:t>
            </a:r>
            <a:r>
              <a:rPr lang="en-US" dirty="0">
                <a:hlinkClick r:id="rId4"/>
              </a:rPr>
              <a:t>https://www.ibm.com</a:t>
            </a:r>
            <a:endParaRPr lang="en-US" dirty="0"/>
          </a:p>
          <a:p>
            <a:endParaRPr lang="en-US" dirty="0"/>
          </a:p>
        </p:txBody>
      </p:sp>
    </p:spTree>
    <p:extLst>
      <p:ext uri="{BB962C8B-B14F-4D97-AF65-F5344CB8AC3E}">
        <p14:creationId xmlns:p14="http://schemas.microsoft.com/office/powerpoint/2010/main" val="2306282138"/>
      </p:ext>
    </p:extLst>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14</TotalTime>
  <Words>429</Words>
  <Application>Microsoft Office PowerPoint</Application>
  <PresentationFormat>Widescreen</PresentationFormat>
  <Paragraphs>84</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Century Gothic</vt:lpstr>
      <vt:lpstr>Wingdings 3</vt:lpstr>
      <vt:lpstr>Ion</vt:lpstr>
      <vt:lpstr>Scrum-Agile Methodology for the SNHU Travel Project</vt:lpstr>
      <vt:lpstr>Scrum Roles and Responsibilities</vt:lpstr>
      <vt:lpstr>Agile Software Development Life Cycle</vt:lpstr>
      <vt:lpstr>Scrum Events</vt:lpstr>
      <vt:lpstr>Waterfall vs Agile</vt:lpstr>
      <vt:lpstr>SNHU Travel Project Example</vt:lpstr>
      <vt:lpstr>Choosing the Right Methodology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Nigar Babayeva</dc:creator>
  <cp:lastModifiedBy>Nigar Babayeva</cp:lastModifiedBy>
  <cp:revision>1</cp:revision>
  <dcterms:created xsi:type="dcterms:W3CDTF">2026-06-21T19:15:40Z</dcterms:created>
  <dcterms:modified xsi:type="dcterms:W3CDTF">2026-06-21T21:46:38Z</dcterms:modified>
</cp:coreProperties>
</file>